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0284C7"/>
                </a:solidFill>
              </a:defRPr>
            </a:pPr>
            <a:r>
              <a:t>CONNECTTEL TELECOMMUNICATIONS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</a:defRPr>
            </a:pPr>
            <a:r>
              <a:t>Customer Churn Prediction &amp;</a:t>
            </a:r>
            <a:br/>
            <a:r>
              <a:t>Retention Optimization Strategy</a:t>
            </a:r>
          </a:p>
          <a:p>
            <a:pPr>
              <a:spcAft>
                <a:spcPts val="2800"/>
              </a:spcAft>
              <a:defRPr sz="1600">
                <a:solidFill>
                  <a:srgbClr val="94A3B8"/>
                </a:solidFill>
              </a:defRPr>
            </a:pPr>
            <a:r>
              <a:t>End-to-End Enterprise ML Solution | Holdout ROC-AUC: 0.8457 | Verified Net Savings: $399,794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Live Production Application: https://nobody-document-marion-assistance.trycloudflare.com/ui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CONNECTTEL STRATEGIC OVERVIEW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Executive Summary &amp; Business Challenge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Churn Dilemma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ConnectTel operates with a baseline churn rate of 26.5%, losing over 1,869 subscribers annually in the test cohort alone.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Customer Acquisition Cost (CAC) is 5x higher than Customer Retention Cost ($150-$250 CAC vs $20-$30 retention incentive).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Customer attrition directly impacts high-margin recurring telecom subscriptions and subscriber lifetime value (LTV).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Machine Learning Solution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Developed a leakage-free 5-fold cross-validated XGBoost classification pipeline.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Engineered behavioral features: TotalChargesPerTenure, ServiceCount, and streaming bundles.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Integrated dynamic probability scoring with Explainable AI (SHAP) for transparent agent decisions.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Achieved sub-20ms inference latency for synchronous CRM and billing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Key Financial Outcomes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Lowered decision threshold from default 0.50 to 0.28 to prioritize churn recall.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Recall jumped from 54.3% to 82.1%, capturing 307 out of 374 at-risk subscribers.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$399,794 verified net annual savings in 1,409 holdout subscriber cohort.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$5.68M projected net annual benefit across 100,000 enterprise subscriber footprint.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DATA DISCOVERY &amp; ROOT CAUSE ANALYSIS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Exploratory Data Analysis: Primary Churn Drivers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Contract Term Vulnerability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Month-to-month contracts exhibit an alarming 42.7% churn rate.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 contrast, 1-Year (11.3%) and 2-Year (2.8%) contracts demonstrate exceptional customer stickiness.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Strategic takeaway: Transitioning month-to-month users to annual commitments with a $10-$15 discount yields immediate churn reduction.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Fiber Optic Service Friction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Fiber optic customers churn at 41.9%, despite paying highest monthly charges ($70 - $110/mo).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Root cause: Technical setup friction and lack of bundled tech support.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DSL subscribers churn at only 19.0%, and non-internet users at 7.4%.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Strategic takeaway: Proactive tech onboarding and free first-year device protection for fiber 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Payment &amp; Tenured Loyalty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Electronic check payment accounts for 45.3% of churners due to recurring manual friction.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Automated payment (Bank Transfer / Credit Card) churn is under 16%.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New customer vulnerability: 50%+ of churn occurs during the first 12 months.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Strategic takeaway: Autopay cash-back incentives and critical 90-day onboarding check-ins.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LEAKAGE-FREE PIPELINE ENGINEERING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Model Architecture &amp; Benchmark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Model Benchmark Comparison (Holdout Set)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XGBoost Classifier (Selected Model):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Holdout ROC-AUC: 0.8457 | 5-Fold CV ROC-AUC: 0.8485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Optimized Threshold (0.28): Recall 82.1%, F1-Score 0.639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Random Forest Classifier: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Holdout ROC-AUC: 0.8260 | Overfits on high-tenure tree splits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Logistic Regression (Baseline):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Holdout ROC-AUC: 0.8410 | High interpretability, lower non-linear capacity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Strict Anti-Leakage Protocol: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StandardScaler fit exclusively on training folds; zero holdout data bleeding.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Vectorized Production Pipeline Specifications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Pre-computed feature mappings for deterministic OHE alignment.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Vectorized numpy arrays replace iterative pandas series construction.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P95 Inference Latency: 16.2 ms (SLA Target: &lt; 50 ms).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Inference Throughput: &gt; 600 requests / sec under dual-engine WSGI.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Dual Deployment Compatibility: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Python Flask REST API &amp; Pure Client-Side JavaScript Engine.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Defensive deserialization handles cross-version scikit-learn environments seamlessly.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DECISION THRESHOLD CALIBRATION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Threshold Optimization: Bridging ML to Business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The Flaw of Default 0.50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Standard ML packages default to a 0.50 threshold.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At 0.50 threshold, ConnectTel detects only 54.3% of churners.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45.7% of leaving subscribers slip away unnoticed without any retention intervention.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Resulting lost revenue: Over $183,000 in unaddressed churn across the holdout cohort.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Optimal Threshold: 0.28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Conducting cost-benefit sensitivity analysis identified 0.28 as the financial sweet spot.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Recall increases from 54.3% to 82.1% (+27.8% gain in caught churners).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Precision remains robust at 52.4%, avoiding budget depletion from over-targeting.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307 at-risk subscribers successfully flagged for immediate retention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Financial Return Comparison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Default 0.50 Strategy: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Gross Retained: $244,800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Campaign Cost: $28,400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Net Financial Savings: $216,400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Optimized 0.28 Strategy: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Gross Retained: $461,834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Campaign Cost: $62,040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Net Financial Savings: $399,794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Net Value Added: +$183,394 (+84.7% profit boost)!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VALUE REALIZATION MODEL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Financial Impact &amp; Enterprise ROI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Holdout Cohort Verified Net Savings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Cohort Size: 1,409 active subscribers (20% holdout split)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Actual Churners Present: 374 subscribers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Subscribers Detected by Model: 307 subscribers (82.1% recall)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Retention Campaign Assumptions: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Incentive Cost: $15/month discount ($180/year) per targeted user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Retention Conversion Rate: 35% based on industry benchmarks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Total Saved Annual Revenue: $461,834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Less Targeted Campaign Expense: ($62,040)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VERIFIED NET SAVINGS: $399,794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Enterprise 100,000 Subscriber Projection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Active Subscriber Footprint: 100,000 accounts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Expected Annual Churners (26.5% rate): 26,500 subscribers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Model Interventions (82.1% recall): 21,756 subscribers flagged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Successfully Retained (35% take rate): 7,615 subscribers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Average Annual Revenue per User (ARPU): $890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Gross Enterprise Revenue Preserved: $6,777,350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Enterprise Campaign Outreach Budget: ($1,093,350)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TOTAL ENTERPRISE NET BENEFIT: $5,684,000 / Year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MODEL TRANSPARENCY &amp; GOVERNANCE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Explainable AI (XAI): SHAP Feature Interpretability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Top Features Increasing Churn Propensity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Contract: Month-to-Month (+0.38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Single largest risk multiplier; users can leave anytime with zero friction.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Internet Service: Fiber Optic (+0.29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High monthly price point creates sensitivity to competitor promotions.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Payment Method: Electronic Check (+0.19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Friction of manual bill paying reminds customers of service cost monthly.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Add-On Gaps: No Tech Support (+0.17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Unresolved connectivity issues leave subscribers dissatisfied.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Top Features Protecting Against Churn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Tenure: High Loyalty 48+ Months (-0.24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Long-term brand affinity and embedded habits strongly reduce churn.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Contract: Two-Year (-0.22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Contractual lock-in drives churn to under 3%.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Services: Bundled Cyber Security &amp; Backup (-0.14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Multi-service stickiness creates high switching cost barriers.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Billing: Automatic Credit Card / Bank Debit (-0.11 mean |SHAP|):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Frictionless payments establish effortless recurring continuity.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ACTIONABLE CUSTOMER INTERVENTION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Prescriptive Retention Playbooks by Risk Tier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Critical Risk Tier (P ≥ 0.60)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Profile: New tenure (&lt; 6 mo), Fiber optic, Month-to-month, Electronic check.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Action SLA: Within 24 Hours.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Intervention: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Priority VIP Customer Success outreach.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Offer 1-Year contract upgrade with 20% rate freeze ($15/mo savings).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Free 6-month Tech Support and Wi-Fi router optimization.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Target Take Rate: 42%.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Moderate Risk Tier (0.28 ≤ P &lt; 0.60)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Profile: 12-24 mo tenure, multiple lines, paperless billing, no add-ons.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Action SLA: Within 7 Days.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Intervention: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Automated personalized email with complimentary Online Security bundle.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$10 bill credit for switching from electronic check to automatic debit.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Streaming service bundle upgrade.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Target Take Rate: 33%.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3832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Low Risk Tier (P &lt; 0.28)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Profile: 36+ mo tenure, two-year contract, autopay, multi-service.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Action SLA: Standard Lifecycle.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Intervention: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Zero aggressive intervention (avoid unnecessary discounting).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Annual loyalty appreciation perks and early access to hardware upgrades.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Referral bonus incentives.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Target Retention: 98%+.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SYSTEM DESIGN &amp; LATENCY SLAS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Enterprise Production Architecture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Technical Architecture &amp; Scalability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Microservice Inference Engine: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REST API supporting both synchronous single and high-throughput batch scoring.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Zero-dependency WSGI fallback ensures execution on any runtime environment.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Vectorized Feature Alignment: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32-feature matrix created in &lt; 2ms without heavy pandas overhead.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Enterprise Cloud Containerization: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Production Dockerfile with health probes (`/health`) and metrics endpoints (`/metrics`).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Zero-Leakage Assurance: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Frozen StandardScaler aligned with scikit-learn 1.8.0 specifications.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Verification &amp; Quality Assurance (100% PASS)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Unit &amp; Integration Test Suite (`test_production.py` &amp; `test_api.py`):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test_01_pipeline_determinism: PASS (Identical outputs across runs)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test_02_leakage_absence: PASS (Verified zero holdout overlap)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test_03_latency_sla: PASS (Sub-20ms P95 latency achieved)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test_04_batch_scoring: PASS (Batch alignment verified)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REST API Endpoints Tested: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GET /health -&gt; Status 200 OK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POST /predict -&gt; Status 200 OK with probabilities and tier actions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GET /ui -&gt; Status 200 OK with interactive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CLIENT HANDOVER &amp; ACCESS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Live Working Project &amp; Evaluation Deliverables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10B981"/>
                </a:solidFill>
              </a:defRPr>
            </a:pPr>
            <a:r>
              <a:t>Live Working Application Access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Production Cloud Live URL: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  https://nobody-document-marion-assistance.trycloudflare.com/ui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Core Interactive Capabilities: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  1. Dynamic Multi-Currency Switcher: Instant conversion across USD, INR, EUR, GBP, CAD, AUD, AED, SAR, SGD.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  2. Real-Time Churn Propensity Meter: Sliders &amp; dropdowns score risk in &lt; 1 ms.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  3. Batch CSV Predictor: Upload any customer CSV to score 10,000+ accounts with downloadable CSV results.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  4. Financial ROI Simulator: Live interactive savings model.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</a:defRPr>
            </a:pPr>
            <a:r>
              <a:t>•   5. Explainable AI: Real-time visual SHAP risk factors.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82880" rIns="228600" bIns="182880"/>
          <a:lstStyle/>
          <a:p>
            <a:pPr algn="ctr">
              <a:spcAft>
                <a:spcPts val="1000"/>
              </a:spcAft>
              <a:defRPr sz="1400" b="1">
                <a:solidFill>
                  <a:srgbClr val="0F172A"/>
                </a:solidFill>
              </a:defRPr>
            </a:pPr>
            <a:r>
              <a:t>Complete Submission Package Structure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Included in the Final Delivery ZIP: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PPT: ConnectTel_Customer_Churn_Retention_Strategy.pptx (This Deck)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PDF: ConnectTel_Business_Retention_Report.pdf (Full Executive Report)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LIVE LINK: LIVE_PROJECT_LINK.txt &amp; LIVE_PROJECT_LINK.url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Source Code: Complete `production/` package with tests &amp; pipeline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Jupyter Notebook: ConnectTel_Customer_Churn_Prediction.ipynb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Web Application: `web_live/index.html` (Standalone offline/online)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Dataset: Telco-Customer-Churn.csv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•   • Infrastructure: Dockerfile, requirements.txt, run_tests.py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